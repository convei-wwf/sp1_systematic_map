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21213763" cy="25603200"/>
  <p:notesSz cx="6858000" cy="9144000"/>
  <p:defaultTextStyle>
    <a:defPPr>
      <a:defRPr lang="en-US"/>
    </a:defPPr>
    <a:lvl1pPr marL="0" algn="l" defTabSz="2247116" rtl="0" eaLnBrk="1" latinLnBrk="0" hangingPunct="1">
      <a:defRPr sz="4424" kern="1200">
        <a:solidFill>
          <a:schemeClr val="tx1"/>
        </a:solidFill>
        <a:latin typeface="+mn-lt"/>
        <a:ea typeface="+mn-ea"/>
        <a:cs typeface="+mn-cs"/>
      </a:defRPr>
    </a:lvl1pPr>
    <a:lvl2pPr marL="1123560" algn="l" defTabSz="2247116" rtl="0" eaLnBrk="1" latinLnBrk="0" hangingPunct="1">
      <a:defRPr sz="4424" kern="1200">
        <a:solidFill>
          <a:schemeClr val="tx1"/>
        </a:solidFill>
        <a:latin typeface="+mn-lt"/>
        <a:ea typeface="+mn-ea"/>
        <a:cs typeface="+mn-cs"/>
      </a:defRPr>
    </a:lvl2pPr>
    <a:lvl3pPr marL="2247116" algn="l" defTabSz="2247116" rtl="0" eaLnBrk="1" latinLnBrk="0" hangingPunct="1">
      <a:defRPr sz="4424" kern="1200">
        <a:solidFill>
          <a:schemeClr val="tx1"/>
        </a:solidFill>
        <a:latin typeface="+mn-lt"/>
        <a:ea typeface="+mn-ea"/>
        <a:cs typeface="+mn-cs"/>
      </a:defRPr>
    </a:lvl3pPr>
    <a:lvl4pPr marL="3370675" algn="l" defTabSz="2247116" rtl="0" eaLnBrk="1" latinLnBrk="0" hangingPunct="1">
      <a:defRPr sz="4424" kern="1200">
        <a:solidFill>
          <a:schemeClr val="tx1"/>
        </a:solidFill>
        <a:latin typeface="+mn-lt"/>
        <a:ea typeface="+mn-ea"/>
        <a:cs typeface="+mn-cs"/>
      </a:defRPr>
    </a:lvl4pPr>
    <a:lvl5pPr marL="4494235" algn="l" defTabSz="2247116" rtl="0" eaLnBrk="1" latinLnBrk="0" hangingPunct="1">
      <a:defRPr sz="4424" kern="1200">
        <a:solidFill>
          <a:schemeClr val="tx1"/>
        </a:solidFill>
        <a:latin typeface="+mn-lt"/>
        <a:ea typeface="+mn-ea"/>
        <a:cs typeface="+mn-cs"/>
      </a:defRPr>
    </a:lvl5pPr>
    <a:lvl6pPr marL="5617791" algn="l" defTabSz="2247116" rtl="0" eaLnBrk="1" latinLnBrk="0" hangingPunct="1">
      <a:defRPr sz="4424" kern="1200">
        <a:solidFill>
          <a:schemeClr val="tx1"/>
        </a:solidFill>
        <a:latin typeface="+mn-lt"/>
        <a:ea typeface="+mn-ea"/>
        <a:cs typeface="+mn-cs"/>
      </a:defRPr>
    </a:lvl6pPr>
    <a:lvl7pPr marL="6741351" algn="l" defTabSz="2247116" rtl="0" eaLnBrk="1" latinLnBrk="0" hangingPunct="1">
      <a:defRPr sz="4424" kern="1200">
        <a:solidFill>
          <a:schemeClr val="tx1"/>
        </a:solidFill>
        <a:latin typeface="+mn-lt"/>
        <a:ea typeface="+mn-ea"/>
        <a:cs typeface="+mn-cs"/>
      </a:defRPr>
    </a:lvl7pPr>
    <a:lvl8pPr marL="7864911" algn="l" defTabSz="2247116" rtl="0" eaLnBrk="1" latinLnBrk="0" hangingPunct="1">
      <a:defRPr sz="4424" kern="1200">
        <a:solidFill>
          <a:schemeClr val="tx1"/>
        </a:solidFill>
        <a:latin typeface="+mn-lt"/>
        <a:ea typeface="+mn-ea"/>
        <a:cs typeface="+mn-cs"/>
      </a:defRPr>
    </a:lvl8pPr>
    <a:lvl9pPr marL="8988467" algn="l" defTabSz="2247116" rtl="0" eaLnBrk="1" latinLnBrk="0" hangingPunct="1">
      <a:defRPr sz="442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7" autoAdjust="0"/>
    <p:restoredTop sz="94660"/>
  </p:normalViewPr>
  <p:slideViewPr>
    <p:cSldViewPr>
      <p:cViewPr varScale="1">
        <p:scale>
          <a:sx n="25" d="100"/>
          <a:sy n="25" d="100"/>
        </p:scale>
        <p:origin x="17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1032" y="4190155"/>
            <a:ext cx="18031699" cy="8913707"/>
          </a:xfrm>
        </p:spPr>
        <p:txBody>
          <a:bodyPr anchor="b"/>
          <a:lstStyle>
            <a:lvl1pPr algn="ctr">
              <a:defRPr sz="139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1721" y="13447609"/>
            <a:ext cx="15910322" cy="6181511"/>
          </a:xfrm>
        </p:spPr>
        <p:txBody>
          <a:bodyPr/>
          <a:lstStyle>
            <a:lvl1pPr marL="0" indent="0" algn="ctr">
              <a:buNone/>
              <a:defRPr sz="5568"/>
            </a:lvl1pPr>
            <a:lvl2pPr marL="1060704" indent="0" algn="ctr">
              <a:buNone/>
              <a:defRPr sz="4640"/>
            </a:lvl2pPr>
            <a:lvl3pPr marL="2121408" indent="0" algn="ctr">
              <a:buNone/>
              <a:defRPr sz="4176"/>
            </a:lvl3pPr>
            <a:lvl4pPr marL="3182112" indent="0" algn="ctr">
              <a:buNone/>
              <a:defRPr sz="3712"/>
            </a:lvl4pPr>
            <a:lvl5pPr marL="4242816" indent="0" algn="ctr">
              <a:buNone/>
              <a:defRPr sz="3712"/>
            </a:lvl5pPr>
            <a:lvl6pPr marL="5303520" indent="0" algn="ctr">
              <a:buNone/>
              <a:defRPr sz="3712"/>
            </a:lvl6pPr>
            <a:lvl7pPr marL="6364224" indent="0" algn="ctr">
              <a:buNone/>
              <a:defRPr sz="3712"/>
            </a:lvl7pPr>
            <a:lvl8pPr marL="7424928" indent="0" algn="ctr">
              <a:buNone/>
              <a:defRPr sz="3712"/>
            </a:lvl8pPr>
            <a:lvl9pPr marL="8485632" indent="0" algn="ctr">
              <a:buNone/>
              <a:defRPr sz="3712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6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4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398" y="6383028"/>
            <a:ext cx="18296871" cy="10650218"/>
          </a:xfrm>
        </p:spPr>
        <p:txBody>
          <a:bodyPr anchor="b"/>
          <a:lstStyle>
            <a:lvl1pPr>
              <a:defRPr sz="139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398" y="17134001"/>
            <a:ext cx="18296871" cy="5600698"/>
          </a:xfrm>
        </p:spPr>
        <p:txBody>
          <a:bodyPr/>
          <a:lstStyle>
            <a:lvl1pPr marL="0" indent="0">
              <a:buNone/>
              <a:defRPr sz="5568">
                <a:solidFill>
                  <a:schemeClr val="tx1"/>
                </a:solidFill>
              </a:defRPr>
            </a:lvl1pPr>
            <a:lvl2pPr marL="1060704" indent="0">
              <a:buNone/>
              <a:defRPr sz="4640">
                <a:solidFill>
                  <a:schemeClr val="tx1">
                    <a:tint val="75000"/>
                  </a:schemeClr>
                </a:solidFill>
              </a:defRPr>
            </a:lvl2pPr>
            <a:lvl3pPr marL="2121408" indent="0">
              <a:buNone/>
              <a:defRPr sz="4176">
                <a:solidFill>
                  <a:schemeClr val="tx1">
                    <a:tint val="75000"/>
                  </a:schemeClr>
                </a:solidFill>
              </a:defRPr>
            </a:lvl3pPr>
            <a:lvl4pPr marL="3182112" indent="0">
              <a:buNone/>
              <a:defRPr sz="3712">
                <a:solidFill>
                  <a:schemeClr val="tx1">
                    <a:tint val="75000"/>
                  </a:schemeClr>
                </a:solidFill>
              </a:defRPr>
            </a:lvl4pPr>
            <a:lvl5pPr marL="4242816" indent="0">
              <a:buNone/>
              <a:defRPr sz="3712">
                <a:solidFill>
                  <a:schemeClr val="tx1">
                    <a:tint val="75000"/>
                  </a:schemeClr>
                </a:solidFill>
              </a:defRPr>
            </a:lvl5pPr>
            <a:lvl6pPr marL="5303520" indent="0">
              <a:buNone/>
              <a:defRPr sz="3712">
                <a:solidFill>
                  <a:schemeClr val="tx1">
                    <a:tint val="75000"/>
                  </a:schemeClr>
                </a:solidFill>
              </a:defRPr>
            </a:lvl6pPr>
            <a:lvl7pPr marL="6364224" indent="0">
              <a:buNone/>
              <a:defRPr sz="3712">
                <a:solidFill>
                  <a:schemeClr val="tx1">
                    <a:tint val="75000"/>
                  </a:schemeClr>
                </a:solidFill>
              </a:defRPr>
            </a:lvl7pPr>
            <a:lvl8pPr marL="7424928" indent="0">
              <a:buNone/>
              <a:defRPr sz="3712">
                <a:solidFill>
                  <a:schemeClr val="tx1">
                    <a:tint val="75000"/>
                  </a:schemeClr>
                </a:solidFill>
              </a:defRPr>
            </a:lvl8pPr>
            <a:lvl9pPr marL="8485632" indent="0">
              <a:buNone/>
              <a:defRPr sz="37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61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8446" y="6815667"/>
            <a:ext cx="9015849" cy="162449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39468" y="6815667"/>
            <a:ext cx="9015849" cy="162449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7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209" y="1363139"/>
            <a:ext cx="18296871" cy="49487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1211" y="6276342"/>
            <a:ext cx="8974415" cy="3075938"/>
          </a:xfrm>
        </p:spPr>
        <p:txBody>
          <a:bodyPr anchor="b"/>
          <a:lstStyle>
            <a:lvl1pPr marL="0" indent="0">
              <a:buNone/>
              <a:defRPr sz="5568" b="1"/>
            </a:lvl1pPr>
            <a:lvl2pPr marL="1060704" indent="0">
              <a:buNone/>
              <a:defRPr sz="4640" b="1"/>
            </a:lvl2pPr>
            <a:lvl3pPr marL="2121408" indent="0">
              <a:buNone/>
              <a:defRPr sz="4176" b="1"/>
            </a:lvl3pPr>
            <a:lvl4pPr marL="3182112" indent="0">
              <a:buNone/>
              <a:defRPr sz="3712" b="1"/>
            </a:lvl4pPr>
            <a:lvl5pPr marL="4242816" indent="0">
              <a:buNone/>
              <a:defRPr sz="3712" b="1"/>
            </a:lvl5pPr>
            <a:lvl6pPr marL="5303520" indent="0">
              <a:buNone/>
              <a:defRPr sz="3712" b="1"/>
            </a:lvl6pPr>
            <a:lvl7pPr marL="6364224" indent="0">
              <a:buNone/>
              <a:defRPr sz="3712" b="1"/>
            </a:lvl7pPr>
            <a:lvl8pPr marL="7424928" indent="0">
              <a:buNone/>
              <a:defRPr sz="3712" b="1"/>
            </a:lvl8pPr>
            <a:lvl9pPr marL="8485632" indent="0">
              <a:buNone/>
              <a:defRPr sz="371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1211" y="9352280"/>
            <a:ext cx="8974415" cy="137557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739469" y="6276342"/>
            <a:ext cx="9018612" cy="3075938"/>
          </a:xfrm>
        </p:spPr>
        <p:txBody>
          <a:bodyPr anchor="b"/>
          <a:lstStyle>
            <a:lvl1pPr marL="0" indent="0">
              <a:buNone/>
              <a:defRPr sz="5568" b="1"/>
            </a:lvl1pPr>
            <a:lvl2pPr marL="1060704" indent="0">
              <a:buNone/>
              <a:defRPr sz="4640" b="1"/>
            </a:lvl2pPr>
            <a:lvl3pPr marL="2121408" indent="0">
              <a:buNone/>
              <a:defRPr sz="4176" b="1"/>
            </a:lvl3pPr>
            <a:lvl4pPr marL="3182112" indent="0">
              <a:buNone/>
              <a:defRPr sz="3712" b="1"/>
            </a:lvl4pPr>
            <a:lvl5pPr marL="4242816" indent="0">
              <a:buNone/>
              <a:defRPr sz="3712" b="1"/>
            </a:lvl5pPr>
            <a:lvl6pPr marL="5303520" indent="0">
              <a:buNone/>
              <a:defRPr sz="3712" b="1"/>
            </a:lvl6pPr>
            <a:lvl7pPr marL="6364224" indent="0">
              <a:buNone/>
              <a:defRPr sz="3712" b="1"/>
            </a:lvl7pPr>
            <a:lvl8pPr marL="7424928" indent="0">
              <a:buNone/>
              <a:defRPr sz="3712" b="1"/>
            </a:lvl8pPr>
            <a:lvl9pPr marL="8485632" indent="0">
              <a:buNone/>
              <a:defRPr sz="3712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739469" y="9352280"/>
            <a:ext cx="9018612" cy="137557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2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6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79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209" y="1706880"/>
            <a:ext cx="6841991" cy="5974080"/>
          </a:xfrm>
        </p:spPr>
        <p:txBody>
          <a:bodyPr anchor="b"/>
          <a:lstStyle>
            <a:lvl1pPr>
              <a:defRPr sz="74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8612" y="3686392"/>
            <a:ext cx="10739468" cy="18194867"/>
          </a:xfrm>
        </p:spPr>
        <p:txBody>
          <a:bodyPr/>
          <a:lstStyle>
            <a:lvl1pPr>
              <a:defRPr sz="7424"/>
            </a:lvl1pPr>
            <a:lvl2pPr>
              <a:defRPr sz="6496"/>
            </a:lvl2pPr>
            <a:lvl3pPr>
              <a:defRPr sz="5568"/>
            </a:lvl3pPr>
            <a:lvl4pPr>
              <a:defRPr sz="4640"/>
            </a:lvl4pPr>
            <a:lvl5pPr>
              <a:defRPr sz="4640"/>
            </a:lvl5pPr>
            <a:lvl6pPr>
              <a:defRPr sz="4640"/>
            </a:lvl6pPr>
            <a:lvl7pPr>
              <a:defRPr sz="4640"/>
            </a:lvl7pPr>
            <a:lvl8pPr>
              <a:defRPr sz="4640"/>
            </a:lvl8pPr>
            <a:lvl9pPr>
              <a:defRPr sz="464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1209" y="7680960"/>
            <a:ext cx="6841991" cy="14229929"/>
          </a:xfrm>
        </p:spPr>
        <p:txBody>
          <a:bodyPr/>
          <a:lstStyle>
            <a:lvl1pPr marL="0" indent="0">
              <a:buNone/>
              <a:defRPr sz="3712"/>
            </a:lvl1pPr>
            <a:lvl2pPr marL="1060704" indent="0">
              <a:buNone/>
              <a:defRPr sz="3248"/>
            </a:lvl2pPr>
            <a:lvl3pPr marL="2121408" indent="0">
              <a:buNone/>
              <a:defRPr sz="2784"/>
            </a:lvl3pPr>
            <a:lvl4pPr marL="3182112" indent="0">
              <a:buNone/>
              <a:defRPr sz="2320"/>
            </a:lvl4pPr>
            <a:lvl5pPr marL="4242816" indent="0">
              <a:buNone/>
              <a:defRPr sz="2320"/>
            </a:lvl5pPr>
            <a:lvl6pPr marL="5303520" indent="0">
              <a:buNone/>
              <a:defRPr sz="2320"/>
            </a:lvl6pPr>
            <a:lvl7pPr marL="6364224" indent="0">
              <a:buNone/>
              <a:defRPr sz="2320"/>
            </a:lvl7pPr>
            <a:lvl8pPr marL="7424928" indent="0">
              <a:buNone/>
              <a:defRPr sz="2320"/>
            </a:lvl8pPr>
            <a:lvl9pPr marL="8485632" indent="0">
              <a:buNone/>
              <a:defRPr sz="232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52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1209" y="1706880"/>
            <a:ext cx="6841991" cy="5974080"/>
          </a:xfrm>
        </p:spPr>
        <p:txBody>
          <a:bodyPr anchor="b"/>
          <a:lstStyle>
            <a:lvl1pPr>
              <a:defRPr sz="74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18612" y="3686392"/>
            <a:ext cx="10739468" cy="18194867"/>
          </a:xfrm>
        </p:spPr>
        <p:txBody>
          <a:bodyPr anchor="t"/>
          <a:lstStyle>
            <a:lvl1pPr marL="0" indent="0">
              <a:buNone/>
              <a:defRPr sz="7424"/>
            </a:lvl1pPr>
            <a:lvl2pPr marL="1060704" indent="0">
              <a:buNone/>
              <a:defRPr sz="6496"/>
            </a:lvl2pPr>
            <a:lvl3pPr marL="2121408" indent="0">
              <a:buNone/>
              <a:defRPr sz="5568"/>
            </a:lvl3pPr>
            <a:lvl4pPr marL="3182112" indent="0">
              <a:buNone/>
              <a:defRPr sz="4640"/>
            </a:lvl4pPr>
            <a:lvl5pPr marL="4242816" indent="0">
              <a:buNone/>
              <a:defRPr sz="4640"/>
            </a:lvl5pPr>
            <a:lvl6pPr marL="5303520" indent="0">
              <a:buNone/>
              <a:defRPr sz="4640"/>
            </a:lvl6pPr>
            <a:lvl7pPr marL="6364224" indent="0">
              <a:buNone/>
              <a:defRPr sz="4640"/>
            </a:lvl7pPr>
            <a:lvl8pPr marL="7424928" indent="0">
              <a:buNone/>
              <a:defRPr sz="4640"/>
            </a:lvl8pPr>
            <a:lvl9pPr marL="8485632" indent="0">
              <a:buNone/>
              <a:defRPr sz="464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1209" y="7680960"/>
            <a:ext cx="6841991" cy="14229929"/>
          </a:xfrm>
        </p:spPr>
        <p:txBody>
          <a:bodyPr/>
          <a:lstStyle>
            <a:lvl1pPr marL="0" indent="0">
              <a:buNone/>
              <a:defRPr sz="3712"/>
            </a:lvl1pPr>
            <a:lvl2pPr marL="1060704" indent="0">
              <a:buNone/>
              <a:defRPr sz="3248"/>
            </a:lvl2pPr>
            <a:lvl3pPr marL="2121408" indent="0">
              <a:buNone/>
              <a:defRPr sz="2784"/>
            </a:lvl3pPr>
            <a:lvl4pPr marL="3182112" indent="0">
              <a:buNone/>
              <a:defRPr sz="2320"/>
            </a:lvl4pPr>
            <a:lvl5pPr marL="4242816" indent="0">
              <a:buNone/>
              <a:defRPr sz="2320"/>
            </a:lvl5pPr>
            <a:lvl6pPr marL="5303520" indent="0">
              <a:buNone/>
              <a:defRPr sz="2320"/>
            </a:lvl6pPr>
            <a:lvl7pPr marL="6364224" indent="0">
              <a:buNone/>
              <a:defRPr sz="2320"/>
            </a:lvl7pPr>
            <a:lvl8pPr marL="7424928" indent="0">
              <a:buNone/>
              <a:defRPr sz="2320"/>
            </a:lvl8pPr>
            <a:lvl9pPr marL="8485632" indent="0">
              <a:buNone/>
              <a:defRPr sz="232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6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1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181100" y="1363133"/>
            <a:ext cx="4574218" cy="2169752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447" y="1363133"/>
            <a:ext cx="13457481" cy="2169752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2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8446" y="1363139"/>
            <a:ext cx="18296871" cy="4948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446" y="6815667"/>
            <a:ext cx="18296871" cy="16244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58446" y="23730379"/>
            <a:ext cx="4773097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D15EA-E5B9-4637-B9FA-CB5CCD32B535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27059" y="23730379"/>
            <a:ext cx="7159645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982220" y="23730379"/>
            <a:ext cx="4773097" cy="1363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E9E62-37DB-4EC7-84BE-011F542FCD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1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21408" rtl="0" eaLnBrk="1" latinLnBrk="0" hangingPunct="1">
        <a:lnSpc>
          <a:spcPct val="90000"/>
        </a:lnSpc>
        <a:spcBef>
          <a:spcPct val="0"/>
        </a:spcBef>
        <a:buNone/>
        <a:defRPr sz="102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0352" indent="-530352" algn="l" defTabSz="2121408" rtl="0" eaLnBrk="1" latinLnBrk="0" hangingPunct="1">
        <a:lnSpc>
          <a:spcPct val="90000"/>
        </a:lnSpc>
        <a:spcBef>
          <a:spcPts val="2320"/>
        </a:spcBef>
        <a:buFont typeface="Arial" panose="020B0604020202020204" pitchFamily="34" charset="0"/>
        <a:buChar char="•"/>
        <a:defRPr sz="6496" kern="1200">
          <a:solidFill>
            <a:schemeClr val="tx1"/>
          </a:solidFill>
          <a:latin typeface="+mn-lt"/>
          <a:ea typeface="+mn-ea"/>
          <a:cs typeface="+mn-cs"/>
        </a:defRPr>
      </a:lvl1pPr>
      <a:lvl2pPr marL="1591056" indent="-530352" algn="l" defTabSz="2121408" rtl="0" eaLnBrk="1" latinLnBrk="0" hangingPunct="1">
        <a:lnSpc>
          <a:spcPct val="90000"/>
        </a:lnSpc>
        <a:spcBef>
          <a:spcPts val="1160"/>
        </a:spcBef>
        <a:buFont typeface="Arial" panose="020B0604020202020204" pitchFamily="34" charset="0"/>
        <a:buChar char="•"/>
        <a:defRPr sz="5568" kern="1200">
          <a:solidFill>
            <a:schemeClr val="tx1"/>
          </a:solidFill>
          <a:latin typeface="+mn-lt"/>
          <a:ea typeface="+mn-ea"/>
          <a:cs typeface="+mn-cs"/>
        </a:defRPr>
      </a:lvl2pPr>
      <a:lvl3pPr marL="2651760" indent="-530352" algn="l" defTabSz="2121408" rtl="0" eaLnBrk="1" latinLnBrk="0" hangingPunct="1">
        <a:lnSpc>
          <a:spcPct val="90000"/>
        </a:lnSpc>
        <a:spcBef>
          <a:spcPts val="1160"/>
        </a:spcBef>
        <a:buFont typeface="Arial" panose="020B0604020202020204" pitchFamily="34" charset="0"/>
        <a:buChar char="•"/>
        <a:defRPr sz="4640" kern="1200">
          <a:solidFill>
            <a:schemeClr val="tx1"/>
          </a:solidFill>
          <a:latin typeface="+mn-lt"/>
          <a:ea typeface="+mn-ea"/>
          <a:cs typeface="+mn-cs"/>
        </a:defRPr>
      </a:lvl3pPr>
      <a:lvl4pPr marL="3712464" indent="-530352" algn="l" defTabSz="2121408" rtl="0" eaLnBrk="1" latinLnBrk="0" hangingPunct="1">
        <a:lnSpc>
          <a:spcPct val="90000"/>
        </a:lnSpc>
        <a:spcBef>
          <a:spcPts val="1160"/>
        </a:spcBef>
        <a:buFont typeface="Arial" panose="020B0604020202020204" pitchFamily="34" charset="0"/>
        <a:buChar char="•"/>
        <a:defRPr sz="4176" kern="1200">
          <a:solidFill>
            <a:schemeClr val="tx1"/>
          </a:solidFill>
          <a:latin typeface="+mn-lt"/>
          <a:ea typeface="+mn-ea"/>
          <a:cs typeface="+mn-cs"/>
        </a:defRPr>
      </a:lvl4pPr>
      <a:lvl5pPr marL="4773168" indent="-530352" algn="l" defTabSz="2121408" rtl="0" eaLnBrk="1" latinLnBrk="0" hangingPunct="1">
        <a:lnSpc>
          <a:spcPct val="90000"/>
        </a:lnSpc>
        <a:spcBef>
          <a:spcPts val="1160"/>
        </a:spcBef>
        <a:buFont typeface="Arial" panose="020B0604020202020204" pitchFamily="34" charset="0"/>
        <a:buChar char="•"/>
        <a:defRPr sz="4176" kern="1200">
          <a:solidFill>
            <a:schemeClr val="tx1"/>
          </a:solidFill>
          <a:latin typeface="+mn-lt"/>
          <a:ea typeface="+mn-ea"/>
          <a:cs typeface="+mn-cs"/>
        </a:defRPr>
      </a:lvl5pPr>
      <a:lvl6pPr marL="5833872" indent="-530352" algn="l" defTabSz="2121408" rtl="0" eaLnBrk="1" latinLnBrk="0" hangingPunct="1">
        <a:lnSpc>
          <a:spcPct val="90000"/>
        </a:lnSpc>
        <a:spcBef>
          <a:spcPts val="1160"/>
        </a:spcBef>
        <a:buFont typeface="Arial" panose="020B0604020202020204" pitchFamily="34" charset="0"/>
        <a:buChar char="•"/>
        <a:defRPr sz="4176" kern="1200">
          <a:solidFill>
            <a:schemeClr val="tx1"/>
          </a:solidFill>
          <a:latin typeface="+mn-lt"/>
          <a:ea typeface="+mn-ea"/>
          <a:cs typeface="+mn-cs"/>
        </a:defRPr>
      </a:lvl6pPr>
      <a:lvl7pPr marL="6894576" indent="-530352" algn="l" defTabSz="2121408" rtl="0" eaLnBrk="1" latinLnBrk="0" hangingPunct="1">
        <a:lnSpc>
          <a:spcPct val="90000"/>
        </a:lnSpc>
        <a:spcBef>
          <a:spcPts val="1160"/>
        </a:spcBef>
        <a:buFont typeface="Arial" panose="020B0604020202020204" pitchFamily="34" charset="0"/>
        <a:buChar char="•"/>
        <a:defRPr sz="4176" kern="1200">
          <a:solidFill>
            <a:schemeClr val="tx1"/>
          </a:solidFill>
          <a:latin typeface="+mn-lt"/>
          <a:ea typeface="+mn-ea"/>
          <a:cs typeface="+mn-cs"/>
        </a:defRPr>
      </a:lvl7pPr>
      <a:lvl8pPr marL="7955280" indent="-530352" algn="l" defTabSz="2121408" rtl="0" eaLnBrk="1" latinLnBrk="0" hangingPunct="1">
        <a:lnSpc>
          <a:spcPct val="90000"/>
        </a:lnSpc>
        <a:spcBef>
          <a:spcPts val="1160"/>
        </a:spcBef>
        <a:buFont typeface="Arial" panose="020B0604020202020204" pitchFamily="34" charset="0"/>
        <a:buChar char="•"/>
        <a:defRPr sz="4176" kern="1200">
          <a:solidFill>
            <a:schemeClr val="tx1"/>
          </a:solidFill>
          <a:latin typeface="+mn-lt"/>
          <a:ea typeface="+mn-ea"/>
          <a:cs typeface="+mn-cs"/>
        </a:defRPr>
      </a:lvl8pPr>
      <a:lvl9pPr marL="9015984" indent="-530352" algn="l" defTabSz="2121408" rtl="0" eaLnBrk="1" latinLnBrk="0" hangingPunct="1">
        <a:lnSpc>
          <a:spcPct val="90000"/>
        </a:lnSpc>
        <a:spcBef>
          <a:spcPts val="1160"/>
        </a:spcBef>
        <a:buFont typeface="Arial" panose="020B0604020202020204" pitchFamily="34" charset="0"/>
        <a:buChar char="•"/>
        <a:defRPr sz="41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21408" rtl="0" eaLnBrk="1" latinLnBrk="0" hangingPunct="1">
        <a:defRPr sz="4176" kern="1200">
          <a:solidFill>
            <a:schemeClr val="tx1"/>
          </a:solidFill>
          <a:latin typeface="+mn-lt"/>
          <a:ea typeface="+mn-ea"/>
          <a:cs typeface="+mn-cs"/>
        </a:defRPr>
      </a:lvl1pPr>
      <a:lvl2pPr marL="1060704" algn="l" defTabSz="2121408" rtl="0" eaLnBrk="1" latinLnBrk="0" hangingPunct="1">
        <a:defRPr sz="4176" kern="1200">
          <a:solidFill>
            <a:schemeClr val="tx1"/>
          </a:solidFill>
          <a:latin typeface="+mn-lt"/>
          <a:ea typeface="+mn-ea"/>
          <a:cs typeface="+mn-cs"/>
        </a:defRPr>
      </a:lvl2pPr>
      <a:lvl3pPr marL="2121408" algn="l" defTabSz="2121408" rtl="0" eaLnBrk="1" latinLnBrk="0" hangingPunct="1">
        <a:defRPr sz="4176" kern="1200">
          <a:solidFill>
            <a:schemeClr val="tx1"/>
          </a:solidFill>
          <a:latin typeface="+mn-lt"/>
          <a:ea typeface="+mn-ea"/>
          <a:cs typeface="+mn-cs"/>
        </a:defRPr>
      </a:lvl3pPr>
      <a:lvl4pPr marL="3182112" algn="l" defTabSz="2121408" rtl="0" eaLnBrk="1" latinLnBrk="0" hangingPunct="1">
        <a:defRPr sz="4176" kern="1200">
          <a:solidFill>
            <a:schemeClr val="tx1"/>
          </a:solidFill>
          <a:latin typeface="+mn-lt"/>
          <a:ea typeface="+mn-ea"/>
          <a:cs typeface="+mn-cs"/>
        </a:defRPr>
      </a:lvl4pPr>
      <a:lvl5pPr marL="4242816" algn="l" defTabSz="2121408" rtl="0" eaLnBrk="1" latinLnBrk="0" hangingPunct="1">
        <a:defRPr sz="4176" kern="1200">
          <a:solidFill>
            <a:schemeClr val="tx1"/>
          </a:solidFill>
          <a:latin typeface="+mn-lt"/>
          <a:ea typeface="+mn-ea"/>
          <a:cs typeface="+mn-cs"/>
        </a:defRPr>
      </a:lvl5pPr>
      <a:lvl6pPr marL="5303520" algn="l" defTabSz="2121408" rtl="0" eaLnBrk="1" latinLnBrk="0" hangingPunct="1">
        <a:defRPr sz="4176" kern="1200">
          <a:solidFill>
            <a:schemeClr val="tx1"/>
          </a:solidFill>
          <a:latin typeface="+mn-lt"/>
          <a:ea typeface="+mn-ea"/>
          <a:cs typeface="+mn-cs"/>
        </a:defRPr>
      </a:lvl6pPr>
      <a:lvl7pPr marL="6364224" algn="l" defTabSz="2121408" rtl="0" eaLnBrk="1" latinLnBrk="0" hangingPunct="1">
        <a:defRPr sz="4176" kern="1200">
          <a:solidFill>
            <a:schemeClr val="tx1"/>
          </a:solidFill>
          <a:latin typeface="+mn-lt"/>
          <a:ea typeface="+mn-ea"/>
          <a:cs typeface="+mn-cs"/>
        </a:defRPr>
      </a:lvl7pPr>
      <a:lvl8pPr marL="7424928" algn="l" defTabSz="2121408" rtl="0" eaLnBrk="1" latinLnBrk="0" hangingPunct="1">
        <a:defRPr sz="4176" kern="1200">
          <a:solidFill>
            <a:schemeClr val="tx1"/>
          </a:solidFill>
          <a:latin typeface="+mn-lt"/>
          <a:ea typeface="+mn-ea"/>
          <a:cs typeface="+mn-cs"/>
        </a:defRPr>
      </a:lvl8pPr>
      <a:lvl9pPr marL="8485632" algn="l" defTabSz="2121408" rtl="0" eaLnBrk="1" latinLnBrk="0" hangingPunct="1">
        <a:defRPr sz="41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29"/>
          <p:cNvSpPr/>
          <p:nvPr/>
        </p:nvSpPr>
        <p:spPr>
          <a:xfrm>
            <a:off x="0" y="0"/>
            <a:ext cx="21214080" cy="2560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60320" y="731520"/>
            <a:ext cx="17922240" cy="1097280"/>
          </a:xfrm>
          <a:prstGeom prst="roundRect">
            <a:avLst/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 of new studies via databases and registers</a:t>
            </a:r>
          </a:p>
        </p:txBody>
      </p:sp>
      <p:sp>
        <p:nvSpPr>
          <p:cNvPr id="7" name="Rounded Rectangle 6"/>
          <p:cNvSpPr/>
          <p:nvPr/>
        </p:nvSpPr>
        <p:spPr>
          <a:xfrm rot="16200000">
            <a:off x="-548642" y="3840474"/>
            <a:ext cx="3657600" cy="10972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16" y="2560312"/>
            <a:ext cx="8412480" cy="365760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182880" rIns="182880" bIns="182880"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identified from databases: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Scopus (n = 18,585)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of Science (n = 9,488)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Societal Benefit Library (n = 258)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92" y="2560308"/>
            <a:ext cx="8412480" cy="365760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182880" rIns="182880" bIns="182880"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removed before screening: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Duplicate records (n = 6,840)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marked as ineligible by automation tools (n = 2,529)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Conference abstracts (n = 5,139)</a:t>
            </a:r>
          </a:p>
        </p:txBody>
      </p:sp>
      <p:sp>
        <p:nvSpPr>
          <p:cNvPr id="11" name="Rounded Rectangle 10"/>
          <p:cNvSpPr/>
          <p:nvPr/>
        </p:nvSpPr>
        <p:spPr>
          <a:xfrm rot="16200000">
            <a:off x="-5303526" y="12984466"/>
            <a:ext cx="13167376" cy="10972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16" y="6949420"/>
            <a:ext cx="8412480" cy="146306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screened</a:t>
            </a:r>
          </a:p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 = 13,823)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16" y="9144004"/>
            <a:ext cx="5120644" cy="219455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screened: Training set: </a:t>
            </a:r>
          </a:p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SBL (n = 258)</a:t>
            </a:r>
          </a:p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(n = 1,072)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0092" y="9509764"/>
            <a:ext cx="8412480" cy="146303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excluded: Training set</a:t>
            </a:r>
          </a:p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 = 1,056)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1704316"/>
            <a:ext cx="5120636" cy="142489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screened: Classifier (n = 12,493)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70080" y="11704259"/>
            <a:ext cx="8412480" cy="142495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excluded by </a:t>
            </a:r>
            <a:r>
              <a:rPr lang="en-US" sz="3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classifier*</a:t>
            </a:r>
          </a:p>
          <a:p>
            <a:pPr algn="ctr">
              <a:lnSpc>
                <a:spcPts val="4000"/>
              </a:lnSpc>
            </a:pPr>
            <a:r>
              <a:rPr lang="en-US" sz="3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= 10,206)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0084" y="13624551"/>
            <a:ext cx="8412480" cy="146306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included by classifier, but excluded by title/abstract (n = 1,791)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5708580"/>
            <a:ext cx="8412480" cy="146306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sought for retrieval</a:t>
            </a:r>
          </a:p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 = 770)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70080" y="15708580"/>
            <a:ext cx="8412480" cy="146306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not retrieved</a:t>
            </a:r>
          </a:p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 = 20)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8634676"/>
            <a:ext cx="8412480" cy="148212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assessed for eligibility</a:t>
            </a:r>
          </a:p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(full text screening) (n = 750)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123285" y="17903160"/>
            <a:ext cx="8412480" cy="294516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182880" rIns="182880" bIns="182880"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excluded: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not valued (n = 460)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ESI data not used (n = 35)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Review/conference abstract (n = 65)</a:t>
            </a:r>
          </a:p>
          <a:p>
            <a:pPr marL="342900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in English (n = 20)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1945596"/>
            <a:ext cx="8412480" cy="29260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studies included in review</a:t>
            </a:r>
          </a:p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 = 170)</a:t>
            </a:r>
          </a:p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studies manually added</a:t>
            </a:r>
          </a:p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 = 1)</a:t>
            </a:r>
          </a:p>
        </p:txBody>
      </p:sp>
      <p:sp>
        <p:nvSpPr>
          <p:cNvPr id="23" name="Rounded Rectangle 22"/>
          <p:cNvSpPr/>
          <p:nvPr/>
        </p:nvSpPr>
        <p:spPr>
          <a:xfrm rot="16200000">
            <a:off x="-182878" y="22859994"/>
            <a:ext cx="2926084" cy="10972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Included</a:t>
            </a:r>
          </a:p>
        </p:txBody>
      </p:sp>
      <p:cxnSp>
        <p:nvCxnSpPr>
          <p:cNvPr id="25" name="Straight Arrow Connector 24"/>
          <p:cNvCxnSpPr>
            <a:stCxn id="8" idx="2"/>
            <a:endCxn id="12" idx="0"/>
          </p:cNvCxnSpPr>
          <p:nvPr/>
        </p:nvCxnSpPr>
        <p:spPr>
          <a:xfrm>
            <a:off x="6766554" y="6217912"/>
            <a:ext cx="0" cy="73150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3"/>
            <a:endCxn id="9" idx="1"/>
          </p:cNvCxnSpPr>
          <p:nvPr/>
        </p:nvCxnSpPr>
        <p:spPr>
          <a:xfrm flipV="1">
            <a:off x="10972796" y="4389112"/>
            <a:ext cx="1097296" cy="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120636" y="8412432"/>
            <a:ext cx="0" cy="73150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15" idx="0"/>
          </p:cNvCxnSpPr>
          <p:nvPr/>
        </p:nvCxnSpPr>
        <p:spPr>
          <a:xfrm>
            <a:off x="8412476" y="8412436"/>
            <a:ext cx="2" cy="32918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7680956" y="10222196"/>
            <a:ext cx="438912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8" idx="3"/>
            <a:endCxn id="19" idx="1"/>
          </p:cNvCxnSpPr>
          <p:nvPr/>
        </p:nvCxnSpPr>
        <p:spPr>
          <a:xfrm>
            <a:off x="10972800" y="16440108"/>
            <a:ext cx="109728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0" idx="3"/>
            <a:endCxn id="21" idx="1"/>
          </p:cNvCxnSpPr>
          <p:nvPr/>
        </p:nvCxnSpPr>
        <p:spPr>
          <a:xfrm>
            <a:off x="10972796" y="19375740"/>
            <a:ext cx="1150485" cy="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5120640" y="11319472"/>
            <a:ext cx="4908" cy="436883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8412472" y="14977076"/>
            <a:ext cx="0" cy="73150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18" idx="2"/>
            <a:endCxn id="20" idx="0"/>
          </p:cNvCxnSpPr>
          <p:nvPr/>
        </p:nvCxnSpPr>
        <p:spPr>
          <a:xfrm>
            <a:off x="6766558" y="17171636"/>
            <a:ext cx="0" cy="146304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20" idx="2"/>
            <a:endCxn id="22" idx="0"/>
          </p:cNvCxnSpPr>
          <p:nvPr/>
        </p:nvCxnSpPr>
        <p:spPr>
          <a:xfrm>
            <a:off x="6766558" y="20116800"/>
            <a:ext cx="0" cy="1828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/>
          <p:nvPr/>
        </p:nvCxnSpPr>
        <p:spPr>
          <a:xfrm>
            <a:off x="10972800" y="12618870"/>
            <a:ext cx="109728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endCxn id="17" idx="1"/>
          </p:cNvCxnSpPr>
          <p:nvPr/>
        </p:nvCxnSpPr>
        <p:spPr>
          <a:xfrm>
            <a:off x="10972796" y="14356083"/>
            <a:ext cx="109728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12069332" y="21945460"/>
            <a:ext cx="8778236" cy="2926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marL="190500" indent="-190500">
              <a:lnSpc>
                <a:spcPts val="4000"/>
              </a:lnSpc>
            </a:pPr>
            <a:r>
              <a:rPr lang="en-US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	To 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verify low false negative rate, a random sample of 1000 predicted excludes was screened in </a:t>
            </a:r>
            <a:r>
              <a:rPr lang="en-US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Colandr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screening stopped early after 200 titles and abstracts were screened with no relevant documents found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13624551"/>
            <a:ext cx="5120636" cy="14630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Records included by </a:t>
            </a:r>
            <a:r>
              <a:rPr lang="en-US" sz="3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classifier </a:t>
            </a:r>
            <a:r>
              <a:rPr lang="en-US" sz="3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 </a:t>
            </a: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3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2,287)</a:t>
            </a:r>
            <a:endParaRPr lang="en-US" sz="3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Arrow Connector 38"/>
          <p:cNvCxnSpPr>
            <a:endCxn id="35" idx="0"/>
          </p:cNvCxnSpPr>
          <p:nvPr/>
        </p:nvCxnSpPr>
        <p:spPr>
          <a:xfrm>
            <a:off x="8412472" y="13148276"/>
            <a:ext cx="6" cy="47627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78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232</Words>
  <Application>Microsoft Office PowerPoint</Application>
  <PresentationFormat>Custom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Casey O'Hara</dc:creator>
  <cp:lastModifiedBy>Casey O'Hara</cp:lastModifiedBy>
  <cp:revision>19</cp:revision>
  <dcterms:created xsi:type="dcterms:W3CDTF">2025-10-24T21:34:52Z</dcterms:created>
  <dcterms:modified xsi:type="dcterms:W3CDTF">2025-10-27T22:43:45Z</dcterms:modified>
</cp:coreProperties>
</file>